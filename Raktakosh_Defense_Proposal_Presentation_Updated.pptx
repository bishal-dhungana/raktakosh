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96512" cy="6858000"/>
          </a:xfrm>
          <a:prstGeom prst="rect">
            <a:avLst/>
          </a:prstGeom>
          <a:solidFill>
            <a:srgbClr val="E13C40"/>
          </a:solidFill>
          <a:ln>
            <a:solidFill>
              <a:srgbClr val="E13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621792"/>
            <a:ext cx="658368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ardrop 3"/>
          <p:cNvSpPr/>
          <p:nvPr/>
        </p:nvSpPr>
        <p:spPr>
          <a:xfrm>
            <a:off x="832104" y="713232"/>
            <a:ext cx="310896" cy="438912"/>
          </a:xfrm>
          <a:prstGeom prst="teardrop">
            <a:avLst/>
          </a:prstGeom>
          <a:solidFill>
            <a:srgbClr val="E13C40"/>
          </a:solidFill>
          <a:ln>
            <a:solidFill>
              <a:srgbClr val="E13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53896"/>
            <a:ext cx="27432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000" b="1">
                <a:solidFill>
                  <a:srgbClr val="FFFFFF"/>
                </a:solidFill>
                <a:latin typeface="Aptos Display"/>
              </a:defRPr>
            </a:pPr>
            <a:r>
              <a:t>RAKTAKOSH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01368"/>
            <a:ext cx="297180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600" b="1">
                <a:solidFill>
                  <a:srgbClr val="FFFFFF"/>
                </a:solidFill>
                <a:latin typeface="Aptos"/>
              </a:defRPr>
            </a:pPr>
            <a:r>
              <a:t>BLOOD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34640"/>
            <a:ext cx="2871216" cy="1042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600" b="1">
                <a:solidFill>
                  <a:srgbClr val="FFFFFF"/>
                </a:solidFill>
                <a:latin typeface="Aptos Display"/>
              </a:defRPr>
            </a:pPr>
            <a:r>
              <a:t>MINOR PROJECT</a:t>
            </a:r>
            <a:br/>
            <a:r>
              <a:t>DEFENSE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79392"/>
            <a:ext cx="29260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600" b="0">
                <a:solidFill>
                  <a:srgbClr val="FFFFFF"/>
                </a:solidFill>
                <a:latin typeface="Aptos"/>
              </a:defRPr>
            </a:pPr>
            <a:r>
              <a:t>PRJ 360 · Department of Computer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41848"/>
            <a:ext cx="28346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600" b="0">
                <a:solidFill>
                  <a:srgbClr val="FFFFFF"/>
                </a:solidFill>
                <a:latin typeface="Aptos"/>
              </a:defRPr>
            </a:pPr>
            <a:r>
              <a:t>Madan Bhandari College of Engineering</a:t>
            </a:r>
            <a:br/>
            <a:r>
              <a:t>Urlabari–3, Morang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877824"/>
            <a:ext cx="6400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600" b="1">
                <a:solidFill>
                  <a:srgbClr val="E13C40"/>
                </a:solidFill>
                <a:latin typeface="Aptos"/>
              </a:defRPr>
            </a:pPr>
            <a:r>
              <a:t>REAL-TIME BLOOD INVENTORY &amp; DONOR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1435608"/>
            <a:ext cx="603504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800" b="1">
                <a:solidFill>
                  <a:srgbClr val="2A2426"/>
                </a:solidFill>
                <a:latin typeface="Aptos Display"/>
              </a:defRPr>
            </a:pPr>
            <a:r>
              <a:t>Raktakosh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130552"/>
            <a:ext cx="640080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400" b="0">
                <a:solidFill>
                  <a:srgbClr val="443F41"/>
                </a:solidFill>
                <a:latin typeface="Aptos Display"/>
              </a:defRPr>
            </a:pPr>
            <a:r>
              <a:t>A Real-Time Web System for Blood Inventory</a:t>
            </a:r>
            <a:br/>
            <a:r>
              <a:t>and Donor Matching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6592" y="3136392"/>
            <a:ext cx="6172200" cy="16459"/>
          </a:xfrm>
          <a:prstGeom prst="rect">
            <a:avLst/>
          </a:prstGeom>
          <a:solidFill>
            <a:srgbClr val="E2D9DA"/>
          </a:solidFill>
          <a:ln>
            <a:solidFill>
              <a:srgbClr val="E2D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3456432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700" b="1">
                <a:solidFill>
                  <a:srgbClr val="716A6C"/>
                </a:solidFill>
                <a:latin typeface="Aptos"/>
              </a:defRPr>
            </a:pPr>
            <a:r>
              <a:t>Submitted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785615"/>
            <a:ext cx="530352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900" b="1">
                <a:solidFill>
                  <a:srgbClr val="2A2426"/>
                </a:solidFill>
                <a:latin typeface="Aptos"/>
              </a:defRPr>
            </a:pPr>
            <a:r>
              <a:t>Sambridhee Dhakal [23070563]</a:t>
            </a:r>
            <a:br/>
            <a:r>
              <a:t>Deepika Adhikari [23070542]</a:t>
            </a:r>
            <a:br/>
            <a:r>
              <a:t>Nischal Dahal [22070029]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5907024"/>
            <a:ext cx="4389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700" b="1">
                <a:solidFill>
                  <a:srgbClr val="E13C40"/>
                </a:solidFill>
                <a:latin typeface="Aptos"/>
              </a:defRPr>
            </a:pPr>
            <a:r>
              <a:t>Defense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44200" y="5907024"/>
            <a:ext cx="731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lang="en-US" sz="1700" b="0">
                <a:solidFill>
                  <a:srgbClr val="716A6C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64208"/>
            <a:ext cx="7863840" cy="4480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lang="en-US" sz="2100">
                <a:solidFill>
                  <a:srgbClr val="443F41"/>
                </a:solidFill>
                <a:latin typeface="Aptos"/>
              </a:defRPr>
            </a:pPr>
            <a:r>
              <a:t>1. Introduction &amp; background</a:t>
            </a:r>
          </a:p>
          <a:p>
            <a:pPr>
              <a:spcAft>
                <a:spcPts val="1300"/>
              </a:spcAft>
              <a:defRPr lang="en-US" sz="2100">
                <a:solidFill>
                  <a:srgbClr val="443F41"/>
                </a:solidFill>
                <a:latin typeface="Aptos"/>
              </a:defRPr>
            </a:pPr>
            <a:r>
              <a:t>2. Problem statement</a:t>
            </a:r>
          </a:p>
          <a:p>
            <a:pPr>
              <a:spcAft>
                <a:spcPts val="1300"/>
              </a:spcAft>
              <a:defRPr lang="en-US" sz="2100">
                <a:solidFill>
                  <a:srgbClr val="443F41"/>
                </a:solidFill>
                <a:latin typeface="Aptos"/>
              </a:defRPr>
            </a:pPr>
            <a:r>
              <a:t>3. Objectives</a:t>
            </a:r>
          </a:p>
          <a:p>
            <a:pPr>
              <a:spcAft>
                <a:spcPts val="1300"/>
              </a:spcAft>
              <a:defRPr lang="en-US" sz="2100">
                <a:solidFill>
                  <a:srgbClr val="443F41"/>
                </a:solidFill>
                <a:latin typeface="Aptos"/>
              </a:defRPr>
            </a:pPr>
            <a:r>
              <a:t>4. Literature review &amp; research gap</a:t>
            </a:r>
          </a:p>
          <a:p>
            <a:pPr>
              <a:spcAft>
                <a:spcPts val="1300"/>
              </a:spcAft>
              <a:defRPr lang="en-US" sz="2100">
                <a:solidFill>
                  <a:srgbClr val="443F41"/>
                </a:solidFill>
                <a:latin typeface="Aptos"/>
              </a:defRPr>
            </a:pPr>
            <a:r>
              <a:t>5. Proposed solution &amp; scope</a:t>
            </a:r>
          </a:p>
          <a:p>
            <a:pPr>
              <a:spcAft>
                <a:spcPts val="1300"/>
              </a:spcAft>
              <a:defRPr lang="en-US" sz="2100">
                <a:solidFill>
                  <a:srgbClr val="443F41"/>
                </a:solidFill>
                <a:latin typeface="Aptos"/>
              </a:defRPr>
            </a:pPr>
            <a:r>
              <a:t>6. Methodology &amp; system design</a:t>
            </a:r>
          </a:p>
          <a:p>
            <a:pPr>
              <a:spcAft>
                <a:spcPts val="1300"/>
              </a:spcAft>
              <a:defRPr lang="en-US" sz="2100">
                <a:solidFill>
                  <a:srgbClr val="443F41"/>
                </a:solidFill>
                <a:latin typeface="Aptos"/>
              </a:defRPr>
            </a:pPr>
            <a:r>
              <a:t>7. Implementation &amp; deployment</a:t>
            </a:r>
          </a:p>
          <a:p>
            <a:pPr>
              <a:spcAft>
                <a:spcPts val="1300"/>
              </a:spcAft>
              <a:defRPr lang="en-US" sz="2100">
                <a:solidFill>
                  <a:srgbClr val="443F41"/>
                </a:solidFill>
                <a:latin typeface="Aptos"/>
              </a:defRPr>
            </a:pPr>
            <a:r>
              <a:t>8. Gantt chart &amp; future work</a:t>
            </a:r>
          </a:p>
          <a:p>
            <a:pPr>
              <a:spcAft>
                <a:spcPts val="1300"/>
              </a:spcAft>
              <a:defRPr lang="en-US" sz="2100">
                <a:solidFill>
                  <a:srgbClr val="443F41"/>
                </a:solidFill>
                <a:latin typeface="Aptos"/>
              </a:defRPr>
            </a:pPr>
            <a:r>
              <a:t>9.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Introduction &amp;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106527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800" b="0">
                <a:solidFill>
                  <a:srgbClr val="716A6C"/>
                </a:solidFill>
                <a:latin typeface="Aptos"/>
              </a:defRPr>
            </a:pPr>
            <a:r>
              <a:t>Raktakosh supports responsible blood-service coordination through a simple web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332720" cy="3566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Connects people seeking blood, voluntary donors, verified Blood Banks, and administrators.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Helps families locate verified Blood Bank information without repeated manual searching.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Supports private blood requests and facility-led coordination.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Uses consent-first donor communication and privacy-aware workflows.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Clinical decisions remain with licensed Blood Banks.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106527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800" b="0">
                <a:solidFill>
                  <a:srgbClr val="716A6C"/>
                </a:solidFill>
                <a:latin typeface="Aptos"/>
              </a:defRPr>
            </a:pPr>
            <a:r>
              <a:t>Blood emergencies can become more difficult when availability and communication are fragmented.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332720" cy="3566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Families may call multiple facilities or make public social-media appeals to find blood.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Blood availability information can be difficult to find or confirm before travelling.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Personal details can be exposed when requests are handled through public posts.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Manual coordination may not provide a clear status history or accountable follow-up.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A verified, private, and facility-led coordination flow is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19072"/>
            <a:ext cx="10332720" cy="374903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1. Centralize coordination between seekers, donors, verified Blood Banks, and administrators.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2. Improve visibility of facility-reported blood availability by district and component.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3. Support private requests, document review, status updates, and facility follow-up.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4. Maintain consent-based donor coordination when facility inventory is unavailable.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5. Strengthen accountability through role-based access and audit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Literature review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82496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Hamro Life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5074920" cy="21762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Supports emergency blood search through a hotline and online communication channels.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Shows the importance of organized blood-request coordination.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Research gap: the process remains heavily dependent on centralized operators.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682496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Nepal Red Cross Society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2148840"/>
            <a:ext cx="5029200" cy="21762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Supports blood-service operations, stock monitoring, and donor record management.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Shows the value of digital inventory and donor information systems.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Research gap: limited end-to-end private requester-to-facility coordination.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36592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Raktakosh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12080"/>
            <a:ext cx="1019556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000"/>
              </a:spcAft>
              <a:defRPr lang="en-US" sz="1900">
                <a:solidFill>
                  <a:srgbClr val="443F41"/>
                </a:solidFill>
                <a:latin typeface="Aptos"/>
              </a:defRPr>
            </a:pPr>
            <a:r>
              <a:t>• A single platform for discovery, requests, facility workflows, donor outreach, and auditability.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Proposed solution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00784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What the platform provides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57984"/>
            <a:ext cx="5047488" cy="2743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Public Blood Bank discovery by district, group, Rh factor, and component.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Private blood requests with supporting documents for facility review.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Facility inventory updates, case status tracking, and donor outreach workflows.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Responsive English and Nepali public interface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700784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Important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2157984"/>
            <a:ext cx="4992624" cy="23408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Does not determine clinical compatibility or medical donor eligibility.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Does not guarantee reservations, laboratory testing, or transfusion availability.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Does not replace the responsibility of participating Blood Banks.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4983480"/>
            <a:ext cx="4800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000" b="1">
                <a:solidFill>
                  <a:srgbClr val="C62F34"/>
                </a:solidFill>
                <a:latin typeface="Aptos"/>
              </a:defRPr>
            </a:pPr>
            <a:r>
              <a:t>Every clinical decision remains with the licensed Blood Bank.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Methodology &amp;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82496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Iterative Agile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502920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1. Requirement analysis: identify users, problems, and project scope.</a:t>
            </a:r>
          </a:p>
          <a:p>
            <a:pPr>
              <a:spcAft>
                <a:spcPts val="12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2. System design: plan the data structure, modules, and user workflows.</a:t>
            </a:r>
          </a:p>
          <a:p>
            <a:pPr>
              <a:spcAft>
                <a:spcPts val="12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3. Development: build frontend, backend, database, and core workflows.</a:t>
            </a:r>
          </a:p>
          <a:p>
            <a:pPr>
              <a:spcAft>
                <a:spcPts val="12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4. Testing and review: refine features using feedback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682496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Three-tier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2148840"/>
            <a:ext cx="4992624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1. Presentation layer: React, TypeScript, and Vite for responsive user interfaces.</a:t>
            </a:r>
          </a:p>
          <a:p>
            <a:pPr>
              <a:spcAft>
                <a:spcPts val="12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2. Application layer: Node.js and Express for validation, workflows, and access control.</a:t>
            </a:r>
          </a:p>
          <a:p>
            <a:pPr>
              <a:spcAft>
                <a:spcPts val="12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3. Data layer: TiDB Cloud or MySQL for users, inventory, requests, and audit data.</a:t>
            </a:r>
          </a:p>
          <a:p>
            <a:pPr>
              <a:spcAft>
                <a:spcPts val="12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4. Deployment: Vercel frontend and Render API hosting.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Users, roles &amp; key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82496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Users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5029200" cy="2880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Guest or requester: search public information and submit a private request.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Donor: manage consent and availability, then respond to controlled outreach.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Facility team: update availability, review cases, and coordinate next steps.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Platform administrator: verify facilities and review governance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682496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Key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2148840"/>
            <a:ext cx="5010912" cy="2880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Public discovery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Request coordination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Donor management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Facility inventory and request review</a:t>
            </a:r>
          </a:p>
          <a:p>
            <a:pPr>
              <a:spcAft>
                <a:spcPts val="11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Governance and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End-to-end coordination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55648"/>
            <a:ext cx="10351008" cy="42793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1. A user searches for a Blood Bank using district and blood-component information.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2. The requester submits a private request with the required supporting document.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3. Authorized facility staff review the request and reported availability.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4. If inventory is available, the facility coordinates the next safe operational step.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5. If inventory is unavailable, the facility may start controlled consent-based donor outreach.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6. Status updates and audit records are maintained throughout the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Technology stack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55648"/>
            <a:ext cx="10351008" cy="3840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Frontend: React, TypeScript, and Vite for a responsive public website and role-aware workspaces.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Backend: Node.js and Express for validation, workflow rules, sessions, and API endpoints.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Database: TiDB Cloud or MySQL for users, inventory, requests, policies, and audit records.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Deployment: Vercel hosts the frontend and Render hosts the API.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Security: server-side role checks, CSRF protection, rate limits, and controlled document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Current website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55648"/>
            <a:ext cx="10351008" cy="37673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The deployed public website is available for Blood Bank discovery and public information.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Private request workflow and facility inventory workflow have been implemented.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Facility review and controlled donor coordination features are included in the current system.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User authentication and completion of the user-side account flow are still in progress.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Guest search remains available without creating an account.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669280"/>
            <a:ext cx="10222992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800" b="1">
                <a:solidFill>
                  <a:srgbClr val="C62F34"/>
                </a:solidFill>
                <a:latin typeface="Aptos"/>
              </a:defRPr>
            </a:pPr>
            <a:r>
              <a:t>Current status: public discovery, request pathway, and facility workflow are available; user authentication is in progress.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System 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106527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800" b="0">
                <a:solidFill>
                  <a:srgbClr val="716A6C"/>
                </a:solidFill>
                <a:latin typeface="Aptos"/>
              </a:defRPr>
            </a:pPr>
            <a:r>
              <a:t>This diagram shows how information moves through the Raktakosh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2240280"/>
            <a:ext cx="2103120" cy="1444752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386584"/>
            <a:ext cx="1883663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800" b="1">
                <a:solidFill>
                  <a:srgbClr val="2A2426"/>
                </a:solidFill>
                <a:latin typeface="Aptos"/>
              </a:defRPr>
            </a:pPr>
            <a:r>
              <a:t>Platform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770632"/>
            <a:ext cx="1847087" cy="8046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600" b="0">
                <a:solidFill>
                  <a:srgbClr val="443F41"/>
                </a:solidFill>
                <a:latin typeface="Aptos"/>
              </a:defRPr>
            </a:pPr>
            <a:r>
              <a:t>Guest / requester</a:t>
            </a:r>
            <a:br/>
            <a:r>
              <a:t>Donor</a:t>
            </a:r>
            <a:br/>
            <a:r>
              <a:t>Blood Bank staff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2240280"/>
            <a:ext cx="2221992" cy="1444752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19856" y="2386584"/>
            <a:ext cx="2002536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800" b="1">
                <a:solidFill>
                  <a:srgbClr val="2A2426"/>
                </a:solidFill>
                <a:latin typeface="Aptos"/>
              </a:defRPr>
            </a:pPr>
            <a:r>
              <a:t>Web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144" y="2770632"/>
            <a:ext cx="1965960" cy="8046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600" b="0">
                <a:solidFill>
                  <a:srgbClr val="443F41"/>
                </a:solidFill>
                <a:latin typeface="Aptos"/>
              </a:defRPr>
            </a:pPr>
            <a:r>
              <a:t>Public search</a:t>
            </a:r>
            <a:br/>
            <a:r>
              <a:t>Private requests</a:t>
            </a:r>
            <a:br/>
            <a:r>
              <a:t>Role-based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2240280"/>
            <a:ext cx="2340864" cy="1444752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81344" y="2386584"/>
            <a:ext cx="2121408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800" b="1">
                <a:solidFill>
                  <a:srgbClr val="2A2426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770632"/>
            <a:ext cx="2084832" cy="8046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600" b="0">
                <a:solidFill>
                  <a:srgbClr val="443F41"/>
                </a:solidFill>
                <a:latin typeface="Aptos"/>
              </a:defRPr>
            </a:pPr>
            <a:r>
              <a:t>Validation</a:t>
            </a:r>
            <a:br/>
            <a:r>
              <a:t>Access control</a:t>
            </a:r>
            <a:br/>
            <a:r>
              <a:t>Request and outreach 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42832" y="2240280"/>
            <a:ext cx="2404872" cy="1444752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59" y="2386584"/>
            <a:ext cx="2185415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800" b="1">
                <a:solidFill>
                  <a:srgbClr val="2A2426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770632"/>
            <a:ext cx="2148839" cy="8046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600" b="0">
                <a:solidFill>
                  <a:srgbClr val="443F41"/>
                </a:solidFill>
                <a:latin typeface="Aptos"/>
              </a:defRPr>
            </a:pPr>
            <a:r>
              <a:t>Users and facilities</a:t>
            </a:r>
            <a:br/>
            <a:r>
              <a:t>Inventory and requests</a:t>
            </a:r>
            <a:br/>
            <a:r>
              <a:t>Documents and audit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4690872"/>
            <a:ext cx="5175504" cy="1124712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56432" y="4837176"/>
            <a:ext cx="4956048" cy="2834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800" b="1">
                <a:solidFill>
                  <a:srgbClr val="2A2426"/>
                </a:solidFill>
                <a:latin typeface="Aptos"/>
              </a:defRPr>
            </a:pPr>
            <a:r>
              <a:t>System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221224"/>
            <a:ext cx="4919472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600" b="0">
                <a:solidFill>
                  <a:srgbClr val="443F41"/>
                </a:solidFill>
                <a:latin typeface="Aptos"/>
              </a:defRPr>
            </a:pPr>
            <a:r>
              <a:t>Availability results · request status updates · facility coordination · controlled donor outreach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816352" y="2807208"/>
            <a:ext cx="384048" cy="201168"/>
          </a:xfrm>
          <a:prstGeom prst="right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5577840" y="2807208"/>
            <a:ext cx="384048" cy="201168"/>
          </a:xfrm>
          <a:prstGeom prst="right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8449056" y="2807208"/>
            <a:ext cx="384048" cy="201168"/>
          </a:xfrm>
          <a:prstGeom prst="right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7086600" y="3776472"/>
            <a:ext cx="256032" cy="612648"/>
          </a:xfrm>
          <a:prstGeom prst="down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6144768"/>
            <a:ext cx="1058875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lang="en-US" sz="1600" b="0">
                <a:solidFill>
                  <a:srgbClr val="716A6C"/>
                </a:solidFill>
                <a:latin typeface="Aptos"/>
              </a:defRPr>
            </a:pPr>
            <a:r>
              <a:t>Staff update inventory and review requests through the same web app. The API reads and writes the data, then returns results and status updates to users.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Gantt chart: project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82496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Completed and current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5806440" cy="3794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lang="en-US" sz="1900">
                <a:solidFill>
                  <a:srgbClr val="443F41"/>
                </a:solidFill>
                <a:latin typeface="Aptos"/>
              </a:defRPr>
            </a:pPr>
            <a:r>
              <a:t>1. May: problem study and literature review.</a:t>
            </a:r>
          </a:p>
          <a:p>
            <a:pPr>
              <a:spcAft>
                <a:spcPts val="1200"/>
              </a:spcAft>
              <a:defRPr lang="en-US" sz="1900">
                <a:solidFill>
                  <a:srgbClr val="443F41"/>
                </a:solidFill>
                <a:latin typeface="Aptos"/>
              </a:defRPr>
            </a:pPr>
            <a:r>
              <a:t>2. June: requirements analysis and system design.</a:t>
            </a:r>
          </a:p>
          <a:p>
            <a:pPr>
              <a:spcAft>
                <a:spcPts val="1200"/>
              </a:spcAft>
              <a:defRPr lang="en-US" sz="1900">
                <a:solidFill>
                  <a:srgbClr val="443F41"/>
                </a:solidFill>
                <a:latin typeface="Aptos"/>
              </a:defRPr>
            </a:pPr>
            <a:r>
              <a:t>3. June–July: UI and public website development.</a:t>
            </a:r>
          </a:p>
          <a:p>
            <a:pPr>
              <a:spcAft>
                <a:spcPts val="1200"/>
              </a:spcAft>
              <a:defRPr lang="en-US" sz="1900">
                <a:solidFill>
                  <a:srgbClr val="443F41"/>
                </a:solidFill>
                <a:latin typeface="Aptos"/>
              </a:defRPr>
            </a:pPr>
            <a:r>
              <a:t>4. July: backend, database, and workflow implementation.</a:t>
            </a:r>
          </a:p>
          <a:p>
            <a:pPr>
              <a:spcAft>
                <a:spcPts val="1200"/>
              </a:spcAft>
              <a:defRPr lang="en-US" sz="1900">
                <a:solidFill>
                  <a:srgbClr val="443F41"/>
                </a:solidFill>
                <a:latin typeface="Aptos"/>
              </a:defRPr>
            </a:pPr>
            <a:r>
              <a:t>5. July: user authentication completion is in progress.</a:t>
            </a:r>
          </a:p>
          <a:p>
            <a:pPr>
              <a:spcAft>
                <a:spcPts val="1200"/>
              </a:spcAft>
              <a:defRPr lang="en-US" sz="1900">
                <a:solidFill>
                  <a:srgbClr val="443F41"/>
                </a:solidFill>
                <a:latin typeface="Aptos"/>
              </a:defRPr>
            </a:pPr>
            <a:r>
              <a:t>6. August: testing, refinement, and defense preparation.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82496"/>
            <a:ext cx="36576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100" b="1">
                <a:solidFill>
                  <a:srgbClr val="C62F34"/>
                </a:solidFill>
                <a:latin typeface="Aptos Display"/>
              </a:defRPr>
            </a:pPr>
            <a:r>
              <a:t>Timeline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3488" y="2148840"/>
            <a:ext cx="3730752" cy="2578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3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Completed: research, design, UI, backend, and core workflows.</a:t>
            </a:r>
          </a:p>
          <a:p>
            <a:pPr>
              <a:spcAft>
                <a:spcPts val="13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In progress: user authentication.</a:t>
            </a:r>
          </a:p>
          <a:p>
            <a:pPr>
              <a:spcAft>
                <a:spcPts val="1300"/>
              </a:spcAft>
              <a:defRPr lang="en-US" sz="1800">
                <a:solidFill>
                  <a:srgbClr val="443F41"/>
                </a:solidFill>
                <a:latin typeface="Aptos"/>
              </a:defRPr>
            </a:pPr>
            <a:r>
              <a:t>• Planned: final testing, refinement, and presentation defense.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55648"/>
            <a:ext cx="10351008" cy="43159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1. Complete user authentication and account verification.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2. Finish end-to-end testing for request, inventory, and role-based workflows.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3. Add SMS or email notification integration for important updates.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4. Conduct usability testing with donors, families, and facility staff.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5. Onboard additional verified Blood Banks and improve coverage.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6. Improve Nepali content, accessibility, monitoring, and reporting.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200" b="1">
                <a:solidFill>
                  <a:srgbClr val="2A2426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27632"/>
            <a:ext cx="10168128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3100" b="1">
                <a:solidFill>
                  <a:srgbClr val="2A2426"/>
                </a:solidFill>
                <a:latin typeface="Aptos Display"/>
              </a:defRPr>
            </a:pPr>
            <a:r>
              <a:t>Raktakosh brings structure to a time-sensitive coordination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43200"/>
            <a:ext cx="10314432" cy="2633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Provides one platform for verified discovery, private requests, and facility-led coordination.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Improves transparency through reported availability, workflow status, and audit records.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Uses consent-first donor coordination while keeping clinical decisions with Blood Banks.</a:t>
            </a:r>
          </a:p>
          <a:p>
            <a:pPr>
              <a:spcAft>
                <a:spcPts val="1500"/>
              </a:spcAft>
              <a:defRPr lang="en-US" sz="2000">
                <a:solidFill>
                  <a:srgbClr val="443F41"/>
                </a:solidFill>
                <a:latin typeface="Aptos"/>
              </a:defRPr>
            </a:pPr>
            <a:r>
              <a:t>• The current prototype is deployed, with user authentication identified as the remaining in-progress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06440"/>
            <a:ext cx="3657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2400" b="1">
                <a:solidFill>
                  <a:srgbClr val="C62F34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08776"/>
            <a:ext cx="4754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lang="en-US" sz="1800" b="0">
                <a:solidFill>
                  <a:srgbClr val="716A6C"/>
                </a:solidFill>
                <a:latin typeface="Aptos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1404</Words>
  <Application>Microsoft Office PowerPoint</Application>
  <PresentationFormat>Widescreen</PresentationFormat>
  <Paragraphs>147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Raktakosh — Minor Project Defense Proposal</dc:title>
  <dc:subject>Raktakosh blood coordination platform</dc:subject>
  <dc:creator>Sambridhee Dhakal, Deepika Adhikari, Nischal Dahal</dc:creator>
  <cp:keywords/>
  <dc:description>generated using python-pptx</dc:description>
  <cp:lastModifiedBy>Bishal Dhungana</cp:lastModifiedBy>
  <cp:revision>1</cp:revision>
  <dcterms:created xsi:type="dcterms:W3CDTF">2013-01-27T09:14:16Z</dcterms:created>
  <dcterms:modified xsi:type="dcterms:W3CDTF">2026-07-21T16:49:46Z</dcterms:modified>
  <cp:category/>
</cp:coreProperties>
</file>